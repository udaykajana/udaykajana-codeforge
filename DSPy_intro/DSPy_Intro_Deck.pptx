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2"/>
  </p:notesMasterIdLst>
  <p:sldIdLst>
    <p:sldId id="256" r:id="rId19"/>
    <p:sldId id="257" r:id="rId20"/>
    <p:sldId id="258" r:id="rId21"/>
    <p:sldId id="259" r:id="rId18"/>
    <p:sldId id="260" r:id="rId17"/>
    <p:sldId id="261" r:id="rId16"/>
  </p:sldIdLst>
  <p:sldSz cx="9144000" cy="5143500" type="screen16x9"/>
  <p:notesSz cx="6858000" cy="9144000"/>
  <p:embeddedFontLst>
    <p:embeddedFont>
      <p:font typeface="Noto Sans Medium" panose="020B0604020202020204" charset="0"/>
      <p:regular r:id="rId23"/>
      <p:bold r:id="rId24"/>
      <p:italic r:id="rId25"/>
      <p:boldItalic r:id="rId26"/>
    </p:embeddedFont>
    <p:embeddedFont>
      <p:font typeface="Noto Sans SemiBold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E3BF60-FBBB-4E91-926B-A720D76019DE}" v="15" dt="2026-06-03T11:25:54.9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5.xml"/><Relationship Id="rId18" Type="http://schemas.openxmlformats.org/officeDocument/2006/relationships/slide" Target="slides/slide4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notesMaster" Target="notesMasters/notesMaster1.xml"/><Relationship Id="rId23" Type="http://schemas.openxmlformats.org/officeDocument/2006/relationships/font" Target="fonts/font1.fntdata"/><Relationship Id="rId24" Type="http://schemas.openxmlformats.org/officeDocument/2006/relationships/font" Target="fonts/font2.fntdata"/><Relationship Id="rId25" Type="http://schemas.openxmlformats.org/officeDocument/2006/relationships/font" Target="fonts/font3.fntdata"/><Relationship Id="rId26" Type="http://schemas.openxmlformats.org/officeDocument/2006/relationships/font" Target="fonts/font4.fntdata"/><Relationship Id="rId27" Type="http://schemas.openxmlformats.org/officeDocument/2006/relationships/font" Target="fonts/font5.fntdata"/><Relationship Id="rId28" Type="http://schemas.openxmlformats.org/officeDocument/2006/relationships/font" Target="fonts/font6.fntdata"/><Relationship Id="rId29" Type="http://schemas.openxmlformats.org/officeDocument/2006/relationships/font" Target="fonts/font7.fntdata"/><Relationship Id="rId30" Type="http://schemas.openxmlformats.org/officeDocument/2006/relationships/font" Target="fonts/font8.fntdata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_Standard Title">
  <p:cSld name="TITLE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SB-OAI-Japan_primary-wordmark-2_web_bl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7708" y="238357"/>
            <a:ext cx="2736000" cy="4601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13" title="アセット 2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346" y="4706398"/>
            <a:ext cx="1371602" cy="209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6043875" y="120225"/>
            <a:ext cx="2891100" cy="75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_Index">
  <p:cSld name="CUSTOM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08075" y="4708398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/>
            </a:lvl1pPr>
            <a:lvl2pPr lvl="1">
              <a:buNone/>
              <a:defRPr sz="900"/>
            </a:lvl2pPr>
            <a:lvl3pPr lvl="2">
              <a:buNone/>
              <a:defRPr sz="900"/>
            </a:lvl3pPr>
            <a:lvl4pPr lvl="3">
              <a:buNone/>
              <a:defRPr sz="900"/>
            </a:lvl4pPr>
            <a:lvl5pPr lvl="4">
              <a:buNone/>
              <a:defRPr sz="900"/>
            </a:lvl5pPr>
            <a:lvl6pPr lvl="5">
              <a:buNone/>
              <a:defRPr sz="900"/>
            </a:lvl6pPr>
            <a:lvl7pPr lvl="6">
              <a:buNone/>
              <a:defRPr sz="900"/>
            </a:lvl7pPr>
            <a:lvl8pPr lvl="7">
              <a:buNone/>
              <a:defRPr sz="900"/>
            </a:lvl8pPr>
            <a:lvl9pPr lvl="8">
              <a:buNone/>
              <a:defRPr sz="9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pic>
        <p:nvPicPr>
          <p:cNvPr id="56" name="Google Shape;56;p14" title="アセット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575" y="4837900"/>
            <a:ext cx="1626250" cy="8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 title="アセット 3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716" y="239750"/>
            <a:ext cx="2229524" cy="27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3104204" y="87350"/>
            <a:ext cx="519600" cy="28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77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Medium"/>
              <a:buNone/>
              <a:defRPr sz="22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Noto Sans Medium"/>
              <a:buNone/>
              <a:defRPr sz="22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Noto Sans Medium"/>
              <a:buNone/>
              <a:defRPr sz="22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Noto Sans Medium"/>
              <a:buNone/>
              <a:defRPr sz="22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Noto Sans Medium"/>
              <a:buNone/>
              <a:defRPr sz="22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Noto Sans Medium"/>
              <a:buNone/>
              <a:defRPr sz="22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Noto Sans Medium"/>
              <a:buNone/>
              <a:defRPr sz="22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Noto Sans Medium"/>
              <a:buNone/>
              <a:defRPr sz="22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Noto Sans Medium"/>
              <a:buNone/>
              <a:defRPr sz="22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title" idx="2"/>
          </p:nvPr>
        </p:nvSpPr>
        <p:spPr>
          <a:xfrm>
            <a:off x="3623926" y="124703"/>
            <a:ext cx="5351700" cy="289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2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_Big Title with Image 1-1">
  <p:cSld name="CUSTOM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5" title="SB-OAI-Japan_primary-wordmark-2_web_bl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3508" y="237775"/>
            <a:ext cx="1364500" cy="2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5" title="アセット 1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75" y="4837900"/>
            <a:ext cx="1626250" cy="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132525" y="762427"/>
            <a:ext cx="41895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Noto Sans SemiBold"/>
              <a:buNone/>
              <a:defRPr sz="23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>
            <a:spLocks noGrp="1"/>
          </p:cNvSpPr>
          <p:nvPr>
            <p:ph type="pic" idx="2"/>
          </p:nvPr>
        </p:nvSpPr>
        <p:spPr>
          <a:xfrm>
            <a:off x="5203350" y="242475"/>
            <a:ext cx="3693600" cy="4656600"/>
          </a:xfrm>
          <a:prstGeom prst="roundRect">
            <a:avLst>
              <a:gd name="adj" fmla="val 124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_Big Title with Image 1-2">
  <p:cSld name="CUSTOM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6" title="SB-OAI-Japan_primary-wordmark-2_web_bl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3508" y="237775"/>
            <a:ext cx="1364500" cy="2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6" title="アセット 1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75" y="4837900"/>
            <a:ext cx="1626250" cy="84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6"/>
          <p:cNvSpPr>
            <a:spLocks noGrp="1"/>
          </p:cNvSpPr>
          <p:nvPr>
            <p:ph type="pic" idx="2"/>
          </p:nvPr>
        </p:nvSpPr>
        <p:spPr>
          <a:xfrm>
            <a:off x="5203350" y="242475"/>
            <a:ext cx="3693600" cy="4656600"/>
          </a:xfrm>
          <a:prstGeom prst="roundRect">
            <a:avLst>
              <a:gd name="adj" fmla="val 1249"/>
            </a:avLst>
          </a:prstGeom>
          <a:noFill/>
          <a:ln>
            <a:noFill/>
          </a:ln>
        </p:spPr>
      </p:sp>
      <p:sp>
        <p:nvSpPr>
          <p:cNvPr id="69" name="Google Shape;69;p16"/>
          <p:cNvSpPr>
            <a:spLocks noGrp="1"/>
          </p:cNvSpPr>
          <p:nvPr>
            <p:ph type="pic" idx="3"/>
          </p:nvPr>
        </p:nvSpPr>
        <p:spPr>
          <a:xfrm>
            <a:off x="5203350" y="-75"/>
            <a:ext cx="3940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132525" y="762427"/>
            <a:ext cx="41895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Noto Sans SemiBold"/>
              <a:buNone/>
              <a:defRPr sz="23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_Big Title with Image 2-1">
  <p:cSld name="CUSTOM_1_1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7" title="SB-OAI-Japan_primary-wordmark-2_web_bl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3508" y="237775"/>
            <a:ext cx="1364500" cy="229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132525" y="1406275"/>
            <a:ext cx="87690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Noto Sans SemiBold"/>
              <a:buNone/>
              <a:defRPr sz="23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pic>
        <p:nvPicPr>
          <p:cNvPr id="74" name="Google Shape;74;p17" title="アセット 1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2250" y="243852"/>
            <a:ext cx="1617577" cy="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>
            <a:spLocks noGrp="1"/>
          </p:cNvSpPr>
          <p:nvPr>
            <p:ph type="sldNum" idx="12"/>
          </p:nvPr>
        </p:nvSpPr>
        <p:spPr>
          <a:xfrm>
            <a:off x="8619653" y="113811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sp>
        <p:nvSpPr>
          <p:cNvPr id="76" name="Google Shape;76;p17"/>
          <p:cNvSpPr>
            <a:spLocks noGrp="1"/>
          </p:cNvSpPr>
          <p:nvPr>
            <p:ph type="pic" idx="2"/>
          </p:nvPr>
        </p:nvSpPr>
        <p:spPr>
          <a:xfrm>
            <a:off x="246800" y="2032725"/>
            <a:ext cx="8654700" cy="2872200"/>
          </a:xfrm>
          <a:prstGeom prst="roundRect">
            <a:avLst>
              <a:gd name="adj" fmla="val 152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_Big Title with Image 2-1">
  <p:cSld name="CUSTOM_1_1_1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8" title="SB-OAI-Japan_primary-wordmark-2_web_bl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3508" y="237775"/>
            <a:ext cx="1364500" cy="22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8" title="アセット 1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2250" y="243852"/>
            <a:ext cx="1617577" cy="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8"/>
          <p:cNvSpPr txBox="1">
            <a:spLocks noGrp="1"/>
          </p:cNvSpPr>
          <p:nvPr>
            <p:ph type="sldNum" idx="12"/>
          </p:nvPr>
        </p:nvSpPr>
        <p:spPr>
          <a:xfrm>
            <a:off x="8619653" y="113811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132525" y="1406275"/>
            <a:ext cx="8769000" cy="53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Font typeface="Noto Sans SemiBold"/>
              <a:buNone/>
              <a:defRPr sz="23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82" name="Google Shape;82;p18"/>
          <p:cNvSpPr>
            <a:spLocks noGrp="1"/>
          </p:cNvSpPr>
          <p:nvPr>
            <p:ph type="pic" idx="2"/>
          </p:nvPr>
        </p:nvSpPr>
        <p:spPr>
          <a:xfrm>
            <a:off x="0" y="2032825"/>
            <a:ext cx="9144000" cy="3110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_One Column Layout">
  <p:cSld name="CUSTOM_1_1_1_1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9"/>
          <p:cNvSpPr txBox="1">
            <a:spLocks noGrp="1"/>
          </p:cNvSpPr>
          <p:nvPr>
            <p:ph type="body" idx="1"/>
          </p:nvPr>
        </p:nvSpPr>
        <p:spPr>
          <a:xfrm>
            <a:off x="122975" y="1723000"/>
            <a:ext cx="4385700" cy="32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pic>
        <p:nvPicPr>
          <p:cNvPr id="85" name="Google Shape;85;p19" title="アセット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22250" y="243852"/>
            <a:ext cx="1617577" cy="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9"/>
          <p:cNvSpPr txBox="1">
            <a:spLocks noGrp="1"/>
          </p:cNvSpPr>
          <p:nvPr>
            <p:ph type="sldNum" idx="12"/>
          </p:nvPr>
        </p:nvSpPr>
        <p:spPr>
          <a:xfrm>
            <a:off x="8619653" y="113811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132900" y="1402775"/>
            <a:ext cx="43758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emiBold"/>
              <a:buNone/>
              <a:defRPr sz="13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title" idx="2"/>
          </p:nvPr>
        </p:nvSpPr>
        <p:spPr>
          <a:xfrm>
            <a:off x="122800" y="123300"/>
            <a:ext cx="6300600" cy="4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_Two Column Layout">
  <p:cSld name="CUSTOM_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 title="アセット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22250" y="243852"/>
            <a:ext cx="1617577" cy="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0"/>
          <p:cNvSpPr txBox="1">
            <a:spLocks noGrp="1"/>
          </p:cNvSpPr>
          <p:nvPr>
            <p:ph type="sldNum" idx="12"/>
          </p:nvPr>
        </p:nvSpPr>
        <p:spPr>
          <a:xfrm>
            <a:off x="8619653" y="113811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132900" y="2455125"/>
            <a:ext cx="4375500" cy="32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emiBold"/>
              <a:buNone/>
              <a:defRPr sz="13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title" idx="2"/>
          </p:nvPr>
        </p:nvSpPr>
        <p:spPr>
          <a:xfrm>
            <a:off x="122800" y="123300"/>
            <a:ext cx="6300600" cy="4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body" idx="1"/>
          </p:nvPr>
        </p:nvSpPr>
        <p:spPr>
          <a:xfrm>
            <a:off x="132900" y="2775325"/>
            <a:ext cx="4375500" cy="22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95" name="Google Shape;95;p20"/>
          <p:cNvSpPr txBox="1">
            <a:spLocks noGrp="1"/>
          </p:cNvSpPr>
          <p:nvPr>
            <p:ph type="body" idx="3"/>
          </p:nvPr>
        </p:nvSpPr>
        <p:spPr>
          <a:xfrm>
            <a:off x="4632950" y="2775325"/>
            <a:ext cx="4375500" cy="221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_Standard Header + Image 1">
  <p:cSld name="CUSTOM_3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 title="アセット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22250" y="243852"/>
            <a:ext cx="1617577" cy="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1"/>
          <p:cNvSpPr txBox="1">
            <a:spLocks noGrp="1"/>
          </p:cNvSpPr>
          <p:nvPr>
            <p:ph type="sldNum" idx="12"/>
          </p:nvPr>
        </p:nvSpPr>
        <p:spPr>
          <a:xfrm>
            <a:off x="8619653" y="113811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sp>
        <p:nvSpPr>
          <p:cNvPr id="99" name="Google Shape;99;p21"/>
          <p:cNvSpPr>
            <a:spLocks noGrp="1"/>
          </p:cNvSpPr>
          <p:nvPr>
            <p:ph type="pic" idx="2"/>
          </p:nvPr>
        </p:nvSpPr>
        <p:spPr>
          <a:xfrm>
            <a:off x="248100" y="1523225"/>
            <a:ext cx="8643600" cy="3381300"/>
          </a:xfrm>
          <a:prstGeom prst="roundRect">
            <a:avLst>
              <a:gd name="adj" fmla="val 1223"/>
            </a:avLst>
          </a:prstGeom>
          <a:noFill/>
          <a:ln>
            <a:noFill/>
          </a:ln>
        </p:spPr>
      </p:sp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122800" y="123300"/>
            <a:ext cx="6300600" cy="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132900" y="696900"/>
            <a:ext cx="8875500" cy="5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SemiBold"/>
              <a:buChar char="●"/>
              <a:defRPr sz="105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SemiBold"/>
              <a:buChar char="○"/>
              <a:defRPr sz="1050">
                <a:latin typeface="Noto Sans SemiBold"/>
                <a:ea typeface="Noto Sans SemiBold"/>
                <a:cs typeface="Noto Sans SemiBold"/>
                <a:sym typeface="Noto Sans SemiBold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SemiBold"/>
              <a:buChar char="■"/>
              <a:defRPr sz="1050">
                <a:latin typeface="Noto Sans SemiBold"/>
                <a:ea typeface="Noto Sans SemiBold"/>
                <a:cs typeface="Noto Sans SemiBold"/>
                <a:sym typeface="Noto Sans SemiBold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SemiBold"/>
              <a:buChar char="●"/>
              <a:defRPr sz="1050">
                <a:latin typeface="Noto Sans SemiBold"/>
                <a:ea typeface="Noto Sans SemiBold"/>
                <a:cs typeface="Noto Sans SemiBold"/>
                <a:sym typeface="Noto Sans SemiBold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SemiBold"/>
              <a:buChar char="○"/>
              <a:defRPr sz="1050">
                <a:latin typeface="Noto Sans SemiBold"/>
                <a:ea typeface="Noto Sans SemiBold"/>
                <a:cs typeface="Noto Sans SemiBold"/>
                <a:sym typeface="Noto Sans SemiBold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SemiBold"/>
              <a:buChar char="■"/>
              <a:defRPr sz="1050">
                <a:latin typeface="Noto Sans SemiBold"/>
                <a:ea typeface="Noto Sans SemiBold"/>
                <a:cs typeface="Noto Sans SemiBold"/>
                <a:sym typeface="Noto Sans SemiBold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SemiBold"/>
              <a:buChar char="●"/>
              <a:defRPr sz="1050">
                <a:latin typeface="Noto Sans SemiBold"/>
                <a:ea typeface="Noto Sans SemiBold"/>
                <a:cs typeface="Noto Sans SemiBold"/>
                <a:sym typeface="Noto Sans SemiBold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SemiBold"/>
              <a:buChar char="○"/>
              <a:defRPr sz="1050">
                <a:latin typeface="Noto Sans SemiBold"/>
                <a:ea typeface="Noto Sans SemiBold"/>
                <a:cs typeface="Noto Sans SemiBold"/>
                <a:sym typeface="Noto Sans SemiBold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SemiBold"/>
              <a:buChar char="■"/>
              <a:defRPr sz="1050">
                <a:latin typeface="Noto Sans SemiBold"/>
                <a:ea typeface="Noto Sans SemiBold"/>
                <a:cs typeface="Noto Sans SemiBold"/>
                <a:sym typeface="Noto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hree-card layout 2">
  <p:cSld name="CUSTOM_3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2" title="アセット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22250" y="243852"/>
            <a:ext cx="1617577" cy="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>
            <a:spLocks noGrp="1"/>
          </p:cNvSpPr>
          <p:nvPr>
            <p:ph type="sldNum" idx="12"/>
          </p:nvPr>
        </p:nvSpPr>
        <p:spPr>
          <a:xfrm>
            <a:off x="8619653" y="113811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title"/>
          </p:nvPr>
        </p:nvSpPr>
        <p:spPr>
          <a:xfrm>
            <a:off x="122800" y="123300"/>
            <a:ext cx="6300600" cy="4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06" name="Google Shape;106;p22"/>
          <p:cNvSpPr>
            <a:spLocks noGrp="1"/>
          </p:cNvSpPr>
          <p:nvPr>
            <p:ph type="pic" idx="2"/>
          </p:nvPr>
        </p:nvSpPr>
        <p:spPr>
          <a:xfrm>
            <a:off x="248100" y="1523225"/>
            <a:ext cx="8643600" cy="3381300"/>
          </a:xfrm>
          <a:prstGeom prst="roundRect">
            <a:avLst>
              <a:gd name="adj" fmla="val 1223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three-card layout with arrows">
  <p:cSld name="CUSTOM_4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>
            <a:spLocks noGrp="1"/>
          </p:cNvSpPr>
          <p:nvPr>
            <p:ph type="title"/>
          </p:nvPr>
        </p:nvSpPr>
        <p:spPr>
          <a:xfrm>
            <a:off x="122800" y="123300"/>
            <a:ext cx="6300600" cy="4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pic>
        <p:nvPicPr>
          <p:cNvPr id="109" name="Google Shape;109;p23" title="アセット 4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953827" y="2999180"/>
            <a:ext cx="212999" cy="181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3" title="アセット 4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981234" y="2999180"/>
            <a:ext cx="212999" cy="181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3"/>
          <p:cNvSpPr/>
          <p:nvPr/>
        </p:nvSpPr>
        <p:spPr>
          <a:xfrm>
            <a:off x="244400" y="1283088"/>
            <a:ext cx="2605200" cy="3613800"/>
          </a:xfrm>
          <a:prstGeom prst="roundRect">
            <a:avLst>
              <a:gd name="adj" fmla="val 1661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u="sng"/>
          </a:p>
        </p:txBody>
      </p:sp>
      <p:sp>
        <p:nvSpPr>
          <p:cNvPr id="112" name="Google Shape;112;p23"/>
          <p:cNvSpPr txBox="1">
            <a:spLocks noGrp="1"/>
          </p:cNvSpPr>
          <p:nvPr>
            <p:ph type="title" idx="2"/>
          </p:nvPr>
        </p:nvSpPr>
        <p:spPr>
          <a:xfrm>
            <a:off x="349275" y="1363425"/>
            <a:ext cx="2386500" cy="2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pic>
        <p:nvPicPr>
          <p:cNvPr id="113" name="Google Shape;113;p23" title="アセット 1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2250" y="243852"/>
            <a:ext cx="1617577" cy="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3"/>
          <p:cNvSpPr txBox="1">
            <a:spLocks noGrp="1"/>
          </p:cNvSpPr>
          <p:nvPr>
            <p:ph type="sldNum" idx="12"/>
          </p:nvPr>
        </p:nvSpPr>
        <p:spPr>
          <a:xfrm>
            <a:off x="8619653" y="113811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>
            <a:off x="349275" y="1602850"/>
            <a:ext cx="2373900" cy="31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16" name="Google Shape;116;p23"/>
          <p:cNvSpPr/>
          <p:nvPr/>
        </p:nvSpPr>
        <p:spPr>
          <a:xfrm>
            <a:off x="3271425" y="1283088"/>
            <a:ext cx="2605200" cy="3613800"/>
          </a:xfrm>
          <a:prstGeom prst="roundRect">
            <a:avLst>
              <a:gd name="adj" fmla="val 1661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title" idx="3"/>
          </p:nvPr>
        </p:nvSpPr>
        <p:spPr>
          <a:xfrm>
            <a:off x="3376300" y="1363425"/>
            <a:ext cx="2386500" cy="2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4"/>
          </p:nvPr>
        </p:nvSpPr>
        <p:spPr>
          <a:xfrm>
            <a:off x="3376300" y="1602850"/>
            <a:ext cx="2373900" cy="31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19" name="Google Shape;119;p23"/>
          <p:cNvSpPr/>
          <p:nvPr/>
        </p:nvSpPr>
        <p:spPr>
          <a:xfrm>
            <a:off x="6298825" y="1283088"/>
            <a:ext cx="2605200" cy="3613800"/>
          </a:xfrm>
          <a:prstGeom prst="roundRect">
            <a:avLst>
              <a:gd name="adj" fmla="val 1661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3"/>
          <p:cNvSpPr txBox="1">
            <a:spLocks noGrp="1"/>
          </p:cNvSpPr>
          <p:nvPr>
            <p:ph type="title" idx="5"/>
          </p:nvPr>
        </p:nvSpPr>
        <p:spPr>
          <a:xfrm>
            <a:off x="6403700" y="1363425"/>
            <a:ext cx="2386500" cy="2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Medium"/>
              <a:buNone/>
              <a:defRPr sz="13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21" name="Google Shape;121;p23"/>
          <p:cNvSpPr txBox="1">
            <a:spLocks noGrp="1"/>
          </p:cNvSpPr>
          <p:nvPr>
            <p:ph type="body" idx="6"/>
          </p:nvPr>
        </p:nvSpPr>
        <p:spPr>
          <a:xfrm>
            <a:off x="6403700" y="1602850"/>
            <a:ext cx="2373900" cy="31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three-card layout">
  <p:cSld name="CUSTOM_4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122800" y="123300"/>
            <a:ext cx="6300600" cy="4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24" name="Google Shape;124;p24"/>
          <p:cNvSpPr/>
          <p:nvPr/>
        </p:nvSpPr>
        <p:spPr>
          <a:xfrm>
            <a:off x="242950" y="1283100"/>
            <a:ext cx="2745900" cy="3613800"/>
          </a:xfrm>
          <a:prstGeom prst="roundRect">
            <a:avLst>
              <a:gd name="adj" fmla="val 1661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24" title="アセット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22250" y="243852"/>
            <a:ext cx="1617577" cy="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 txBox="1">
            <a:spLocks noGrp="1"/>
          </p:cNvSpPr>
          <p:nvPr>
            <p:ph type="sldNum" idx="12"/>
          </p:nvPr>
        </p:nvSpPr>
        <p:spPr>
          <a:xfrm>
            <a:off x="8619653" y="113811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sp>
        <p:nvSpPr>
          <p:cNvPr id="127" name="Google Shape;127;p24"/>
          <p:cNvSpPr txBox="1">
            <a:spLocks noGrp="1"/>
          </p:cNvSpPr>
          <p:nvPr>
            <p:ph type="title" idx="2"/>
          </p:nvPr>
        </p:nvSpPr>
        <p:spPr>
          <a:xfrm>
            <a:off x="2072700" y="614599"/>
            <a:ext cx="49986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 u="sng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title" idx="3"/>
          </p:nvPr>
        </p:nvSpPr>
        <p:spPr>
          <a:xfrm>
            <a:off x="329775" y="1407575"/>
            <a:ext cx="24861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29" name="Google Shape;129;p24"/>
          <p:cNvSpPr txBox="1">
            <a:spLocks noGrp="1"/>
          </p:cNvSpPr>
          <p:nvPr>
            <p:ph type="body" idx="1"/>
          </p:nvPr>
        </p:nvSpPr>
        <p:spPr>
          <a:xfrm>
            <a:off x="372850" y="4219355"/>
            <a:ext cx="2486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30" name="Google Shape;130;p24"/>
          <p:cNvSpPr/>
          <p:nvPr/>
        </p:nvSpPr>
        <p:spPr>
          <a:xfrm>
            <a:off x="3199050" y="1283100"/>
            <a:ext cx="2745900" cy="3613800"/>
          </a:xfrm>
          <a:prstGeom prst="roundRect">
            <a:avLst>
              <a:gd name="adj" fmla="val 1661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title" idx="4"/>
          </p:nvPr>
        </p:nvSpPr>
        <p:spPr>
          <a:xfrm>
            <a:off x="3285875" y="1407575"/>
            <a:ext cx="24861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32" name="Google Shape;132;p24"/>
          <p:cNvSpPr txBox="1">
            <a:spLocks noGrp="1"/>
          </p:cNvSpPr>
          <p:nvPr>
            <p:ph type="body" idx="5"/>
          </p:nvPr>
        </p:nvSpPr>
        <p:spPr>
          <a:xfrm>
            <a:off x="3328955" y="4219355"/>
            <a:ext cx="2486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33" name="Google Shape;133;p24"/>
          <p:cNvSpPr/>
          <p:nvPr/>
        </p:nvSpPr>
        <p:spPr>
          <a:xfrm>
            <a:off x="6146795" y="1283100"/>
            <a:ext cx="2745900" cy="3613800"/>
          </a:xfrm>
          <a:prstGeom prst="roundRect">
            <a:avLst>
              <a:gd name="adj" fmla="val 1661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title" idx="6"/>
          </p:nvPr>
        </p:nvSpPr>
        <p:spPr>
          <a:xfrm>
            <a:off x="6233620" y="1407575"/>
            <a:ext cx="2486100" cy="3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SemiBold"/>
              <a:buNone/>
              <a:defRPr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 algn="ctr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oto Sans Medium"/>
              <a:buNone/>
              <a:defRPr sz="16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7"/>
          </p:nvPr>
        </p:nvSpPr>
        <p:spPr>
          <a:xfrm>
            <a:off x="6276699" y="4219355"/>
            <a:ext cx="24861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two-card layout">
  <p:cSld name="CUSTOM_4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/>
          <p:nvPr/>
        </p:nvSpPr>
        <p:spPr>
          <a:xfrm>
            <a:off x="248350" y="1384700"/>
            <a:ext cx="4222800" cy="3517800"/>
          </a:xfrm>
          <a:prstGeom prst="roundRect">
            <a:avLst>
              <a:gd name="adj" fmla="val 1661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5"/>
          <p:cNvSpPr/>
          <p:nvPr/>
        </p:nvSpPr>
        <p:spPr>
          <a:xfrm>
            <a:off x="1398600" y="1236475"/>
            <a:ext cx="1915200" cy="2994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5"/>
          <p:cNvSpPr txBox="1">
            <a:spLocks noGrp="1"/>
          </p:cNvSpPr>
          <p:nvPr>
            <p:ph type="title"/>
          </p:nvPr>
        </p:nvSpPr>
        <p:spPr>
          <a:xfrm>
            <a:off x="122800" y="123300"/>
            <a:ext cx="6300600" cy="4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pic>
        <p:nvPicPr>
          <p:cNvPr id="140" name="Google Shape;140;p25" title="アセット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22250" y="243852"/>
            <a:ext cx="1617577" cy="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>
            <a:spLocks noGrp="1"/>
          </p:cNvSpPr>
          <p:nvPr>
            <p:ph type="sldNum" idx="12"/>
          </p:nvPr>
        </p:nvSpPr>
        <p:spPr>
          <a:xfrm>
            <a:off x="8619653" y="113811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sp>
        <p:nvSpPr>
          <p:cNvPr id="142" name="Google Shape;142;p25"/>
          <p:cNvSpPr txBox="1">
            <a:spLocks noGrp="1"/>
          </p:cNvSpPr>
          <p:nvPr>
            <p:ph type="subTitle" idx="1"/>
          </p:nvPr>
        </p:nvSpPr>
        <p:spPr>
          <a:xfrm>
            <a:off x="122800" y="696900"/>
            <a:ext cx="8885700" cy="3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2pPr>
            <a:lvl3pPr lvl="2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3pPr>
            <a:lvl4pPr lvl="3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4pPr>
            <a:lvl5pPr lvl="4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5pPr>
            <a:lvl6pPr lvl="5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6pPr>
            <a:lvl7pPr lvl="6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7pPr>
            <a:lvl8pPr lvl="7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8pPr>
            <a:lvl9pPr lvl="8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SemiBold"/>
              <a:buNone/>
              <a:defRPr sz="1100">
                <a:latin typeface="Noto Sans SemiBold"/>
                <a:ea typeface="Noto Sans SemiBold"/>
                <a:cs typeface="Noto Sans SemiBold"/>
                <a:sym typeface="Noto Sans SemiBold"/>
              </a:defRPr>
            </a:lvl9pPr>
          </a:lstStyle>
          <a:p>
            <a:endParaRPr/>
          </a:p>
        </p:txBody>
      </p:sp>
      <p:sp>
        <p:nvSpPr>
          <p:cNvPr id="143" name="Google Shape;143;p25"/>
          <p:cNvSpPr txBox="1">
            <a:spLocks noGrp="1"/>
          </p:cNvSpPr>
          <p:nvPr>
            <p:ph type="body" idx="2"/>
          </p:nvPr>
        </p:nvSpPr>
        <p:spPr>
          <a:xfrm>
            <a:off x="372850" y="1650775"/>
            <a:ext cx="3951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44" name="Google Shape;144;p25"/>
          <p:cNvSpPr txBox="1">
            <a:spLocks noGrp="1"/>
          </p:cNvSpPr>
          <p:nvPr>
            <p:ph type="subTitle" idx="3"/>
          </p:nvPr>
        </p:nvSpPr>
        <p:spPr>
          <a:xfrm>
            <a:off x="1546375" y="1226276"/>
            <a:ext cx="1575300" cy="2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2pPr>
            <a:lvl3pPr lvl="2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3pPr>
            <a:lvl4pPr lvl="3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4pPr>
            <a:lvl5pPr lvl="4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5pPr>
            <a:lvl6pPr lvl="5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6pPr>
            <a:lvl7pPr lvl="6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7pPr>
            <a:lvl8pPr lvl="7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8pPr>
            <a:lvl9pPr lvl="8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9pPr>
          </a:lstStyle>
          <a:p>
            <a:endParaRPr/>
          </a:p>
        </p:txBody>
      </p:sp>
      <p:sp>
        <p:nvSpPr>
          <p:cNvPr id="145" name="Google Shape;145;p25"/>
          <p:cNvSpPr/>
          <p:nvPr/>
        </p:nvSpPr>
        <p:spPr>
          <a:xfrm>
            <a:off x="4672400" y="1384700"/>
            <a:ext cx="4222800" cy="3517800"/>
          </a:xfrm>
          <a:prstGeom prst="roundRect">
            <a:avLst>
              <a:gd name="adj" fmla="val 1661"/>
            </a:avLst>
          </a:prstGeom>
          <a:solidFill>
            <a:srgbClr val="F3F3F3"/>
          </a:solidFill>
          <a:ln w="952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5"/>
          <p:cNvSpPr/>
          <p:nvPr/>
        </p:nvSpPr>
        <p:spPr>
          <a:xfrm>
            <a:off x="5822650" y="1236475"/>
            <a:ext cx="1915200" cy="2994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5"/>
          <p:cNvSpPr txBox="1">
            <a:spLocks noGrp="1"/>
          </p:cNvSpPr>
          <p:nvPr>
            <p:ph type="body" idx="4"/>
          </p:nvPr>
        </p:nvSpPr>
        <p:spPr>
          <a:xfrm>
            <a:off x="4796900" y="1650775"/>
            <a:ext cx="3951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marL="914400" lvl="1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marL="1371600" lvl="2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marL="1828800" lvl="3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marL="2286000" lvl="4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marL="2743200" lvl="5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marL="3200400" lvl="6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●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marL="3657600" lvl="7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○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marL="4114800" lvl="8" indent="-295275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SzPts val="1050"/>
              <a:buFont typeface="Noto Sans Medium"/>
              <a:buChar char="■"/>
              <a:defRPr sz="105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subTitle" idx="5"/>
          </p:nvPr>
        </p:nvSpPr>
        <p:spPr>
          <a:xfrm>
            <a:off x="5970425" y="1226277"/>
            <a:ext cx="1575300" cy="24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2pPr>
            <a:lvl3pPr lvl="2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3pPr>
            <a:lvl4pPr lvl="3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4pPr>
            <a:lvl5pPr lvl="4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5pPr>
            <a:lvl6pPr lvl="5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6pPr>
            <a:lvl7pPr lvl="6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7pPr>
            <a:lvl8pPr lvl="7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8pPr>
            <a:lvl9pPr lvl="8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Noto Sans SemiBold"/>
              <a:buNone/>
              <a:defRPr sz="900">
                <a:solidFill>
                  <a:schemeClr val="lt1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onfidential Page">
  <p:cSld name="CUSTOM_6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6"/>
          <p:cNvSpPr/>
          <p:nvPr/>
        </p:nvSpPr>
        <p:spPr>
          <a:xfrm>
            <a:off x="7961550" y="431850"/>
            <a:ext cx="969600" cy="173400"/>
          </a:xfrm>
          <a:prstGeom prst="roundRect">
            <a:avLst>
              <a:gd name="adj" fmla="val 50000"/>
            </a:avLst>
          </a:prstGeom>
          <a:solidFill>
            <a:srgbClr val="E9463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1" name="Google Shape;151;p26" title="アセット 1@4x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22250" y="243852"/>
            <a:ext cx="1617577" cy="8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6"/>
          <p:cNvSpPr txBox="1">
            <a:spLocks noGrp="1"/>
          </p:cNvSpPr>
          <p:nvPr>
            <p:ph type="sldNum" idx="12"/>
          </p:nvPr>
        </p:nvSpPr>
        <p:spPr>
          <a:xfrm>
            <a:off x="8619653" y="113811"/>
            <a:ext cx="388800" cy="43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buNone/>
              <a:defRPr sz="9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122800" y="123300"/>
            <a:ext cx="6300600" cy="42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None/>
              <a:defRPr sz="1800">
                <a:latin typeface="Noto Sans SemiBold"/>
                <a:ea typeface="Noto Sans SemiBold"/>
                <a:cs typeface="Noto Sans SemiBold"/>
                <a:sym typeface="Noto Sans SemiBold"/>
              </a:defRPr>
            </a:lvl1pPr>
            <a:lvl2pPr lvl="1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2pPr>
            <a:lvl3pPr lvl="2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3pPr>
            <a:lvl4pPr lvl="3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4pPr>
            <a:lvl5pPr lvl="4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5pPr>
            <a:lvl6pPr lvl="5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6pPr>
            <a:lvl7pPr lvl="6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7pPr>
            <a:lvl8pPr lvl="7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8pPr>
            <a:lvl9pPr lvl="8">
              <a:lnSpc>
                <a:spcPct val="2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Medium"/>
              <a:buNone/>
              <a:defRPr sz="1800">
                <a:latin typeface="Noto Sans Medium"/>
                <a:ea typeface="Noto Sans Medium"/>
                <a:cs typeface="Noto Sans Medium"/>
                <a:sym typeface="Noto Sans Medium"/>
              </a:defRPr>
            </a:lvl9pPr>
          </a:lstStyle>
          <a:p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title" idx="2"/>
          </p:nvPr>
        </p:nvSpPr>
        <p:spPr>
          <a:xfrm>
            <a:off x="7961550" y="379046"/>
            <a:ext cx="969600" cy="18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Noto Sans Medium"/>
              <a:buNone/>
              <a:defRPr sz="650">
                <a:solidFill>
                  <a:srgbClr val="FFFFFF"/>
                </a:solidFill>
                <a:latin typeface="Noto Sans Medium"/>
                <a:ea typeface="Noto Sans Medium"/>
                <a:cs typeface="Noto Sans Medium"/>
                <a:sym typeface="Noto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Thank You">
  <p:cSld name="CUSTOM_5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 title="SB-OAI-Japan_primary-wordmark-2_web_black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3499" y="4704208"/>
            <a:ext cx="1511276" cy="25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 title="アセット 5@4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500" y="245175"/>
            <a:ext cx="3913252" cy="8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4000" b="1">
                <a:solidFill>
                  <a:srgbClr val="000000"/>
                </a:solidFill>
                <a:latin typeface="Noto Sans SemiBold"/>
              </a:rPr>
              <a:t>DSPy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44184" y="713232"/>
            <a:ext cx="2889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Noto Sans SemiBold"/>
              </a:rPr>
              <a:t>Programming, Not Prompting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44184" y="1188720"/>
            <a:ext cx="288950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Noto Sans Medium"/>
              </a:rPr>
              <a:t>A reasoning layer that makes agents smarter — without rewriting prompts.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44184" y="1920240"/>
            <a:ext cx="28895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99999"/>
                </a:solidFill>
                <a:latin typeface="Noto Sans Medium"/>
              </a:rPr>
              <a:t>DSPy  ·  SoftBank / OpenAI Japan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0000"/>
                </a:solidFill>
                <a:latin typeface="Noto Sans SemiBold"/>
              </a:rPr>
              <a:t>What is DSPy?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Noto Sans SemiBold"/>
              </a:rPr>
              <a:t>Framework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Composable programming model for LM pipelines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Modules — not manual prompt strings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Declarative: describe what, not how to prompt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Works with any LLM (GPT-4o, Claude, Llama…)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Core idea: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Replace brittle f-string prompts with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structured, reusable Python modules.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Noto Sans SemiBold"/>
              </a:rPr>
              <a:t>Signature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Defines input → output contract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Each field has a typed description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Language- and domain-agnostic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Replaces static prompt templates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Example fields: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email (input)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enriched_schema (output)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field_hints (output)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idx="5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Noto Sans SemiBold"/>
              </a:rPr>
              <a:t>ChainOfThought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 wrap="square"/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Wraps a Signature with step-by-step reasoning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Auto-generates optimal instructions per input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No manual prompt engineering required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One extra LLM call → significant quality gain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dspy.ChainOfThought(MySignature)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→ model reasons before answering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→ output is structured and typed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0000"/>
                </a:solidFill>
                <a:latin typeface="Noto Sans SemiBold"/>
              </a:rPr>
              <a:t>How to Implement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7893FF"/>
                </a:solidFill>
                <a:latin typeface="Noto Sans SemiBold"/>
              </a:rPr>
              <a:t>1  ·  Signature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Subclass dspy.Signature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Add InputField for each input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Add OutputField for each output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Write a docstring as task description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Tip: one Signature per task type.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Example: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email + schema → enriched_schema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                   + field_hints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7893FF"/>
                </a:solidFill>
                <a:latin typeface="Noto Sans SemiBold"/>
              </a:rPr>
              <a:t>2  ·  Module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Subclass dspy.Module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__init__: declare predictors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self.enrich =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  dspy.ChainOfThought(Sig)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forward(): call predictors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out = self.enrich(**inputs)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return out.enriched_schema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Composable — nest modules freely.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idx="5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7893FF"/>
                </a:solidFill>
                <a:latin typeface="Noto Sans SemiBold"/>
              </a:rPr>
              <a:t>3  ·  Integrate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 wrap="square"/>
          <a:lstStyle/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Configure LM once at startup: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dspy.configure(lm=dspy.LM(...))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Call module like a function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result = enricher(email=...,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                  schema=...)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Outputs typed object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Plug result into next agent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No changes to downstream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0000"/>
                </a:solidFill>
                <a:latin typeface="Noto Sans SemiBold"/>
              </a:rPr>
              <a:t>Impact on Agent Output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Noto Sans SemiBold"/>
              </a:rPr>
              <a:t>Without DSPy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Agent 2 receives: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Static system prompt only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Basic schema from Agent 1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No extraction guidance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Result: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Schema:   19 fields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Filled:   14 fields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Coverage: ~74%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Missed: budget sub-fields,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unit-price flag, final op. date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7893FF"/>
                </a:solidFill>
                <a:latin typeface="Noto Sans SemiBold"/>
              </a:rPr>
              <a:t>The DSPy Layer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DSPy reads the email + schema,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then self-asks: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"What fields are missing?"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"Which need sub-fields?"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Produces: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enriched_schema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(original + new fields)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field_hints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(where each value lives)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Same model — zero fine-tuning.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idx="5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Noto Sans SemiBold"/>
              </a:rPr>
              <a:t>With DSPy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 wrap="square"/>
          <a:lstStyle/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Agent 2 receives: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Enriched schema (+14 fields)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Per-field extraction hints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Language-agnostic guidance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Result: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Schema:   33 fields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Filled:   33 fields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Coverage: 100%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New fields filled: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unit_price_breakdown_required,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final_operational_date, 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700" b="1">
                <a:solidFill>
                  <a:srgbClr val="000000"/>
                </a:solidFill>
                <a:latin typeface="Noto Sans SemiBold"/>
              </a:rPr>
              <a:t>Can DSPy Replace System Prompts?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Noto Sans SemiBold"/>
              </a:rPr>
              <a:t>Traditional System Prompt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Hardcoded, static instructions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Written once, maintained forever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Language / domain specific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Prompt engineer writes every rule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Grows long → higher token cost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Breaks on out-of-scope inputs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Verdict: partially replaceable.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Guardrails (persona, compliance)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still belong in system prompt.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7893FF"/>
                </a:solidFill>
                <a:latin typeface="Noto Sans SemiBold"/>
              </a:rPr>
              <a:t>What DSPy Replaces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System prompt section: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"Extract all fields from the email.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Look for the sender in line 1…"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↓  replaced by  ↓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DSPy-generated field_hints: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"sender → From line"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"budget.amount → 予算 section"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Dynamic per email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Zero manual authoring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Shorter → cheaper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idx="5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Noto Sans SemiBold"/>
              </a:rPr>
              <a:t>DSPy Approach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 wrap="square"/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Self-generates instructions per input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Adapts to any language automatically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Structured signatures — not free text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Shorter, focused per-field hints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Reusable modules across projects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No prompt maintenance over time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Best pattern: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Thin system prompt for guardrails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+ DSPy for extraction logic.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algn="l"/>
            <a:r>
              <a:rPr sz="1800" b="1">
                <a:solidFill>
                  <a:srgbClr val="000000"/>
                </a:solidFill>
                <a:latin typeface="Noto Sans SemiBold"/>
              </a:rPr>
              <a:t>Limitations to Consider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Noto Sans SemiBold"/>
              </a:rPr>
              <a:t>Extra API Cost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+1 LLM call per pipeline run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Cost scales with request volume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Adds ~1–3 s latency per call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Mitigation: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Cache enriched schemas by type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Batch similar emails together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Cost offset: fewer hallucinations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= less downstream correction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idx="3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Noto Sans SemiBold"/>
              </a:rPr>
              <a:t>Not a Full Replacement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"/>
          </p:nvPr>
        </p:nvSpPr>
        <p:spPr/>
        <p:txBody>
          <a:bodyPr wrap="square"/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Business rules → still need explicit instructions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Persona / tone / compliance → stay in system prompt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DSPy handles field-extraction logic, not everything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Ideal split: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System prompt: who the agent is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+ hard guardrails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DSPy: what to extract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  + how to find it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idx="5"/>
          </p:nvPr>
        </p:nvSpPr>
        <p:spPr/>
        <p:txBody>
          <a:bodyPr wrap="square"/>
          <a:lstStyle/>
          <a:p>
            <a:pPr algn="l"/>
            <a:r>
              <a:rPr sz="1100" b="1">
                <a:solidFill>
                  <a:srgbClr val="000000"/>
                </a:solidFill>
                <a:latin typeface="Noto Sans SemiBold"/>
              </a:rPr>
              <a:t>Setup Overhead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6"/>
          </p:nvPr>
        </p:nvSpPr>
        <p:spPr/>
        <p:txBody>
          <a:bodyPr wrap="square"/>
          <a:lstStyle/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dspy.optimizers need labeled examples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ChainOfThought works out-of-the-box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Optimization is optional, not mandatory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When to optimize: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High-volume, recurring tasks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When baseline quality is insufficient</a:t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/>
            </a:r>
          </a:p>
          <a:p>
            <a:pPr algn="l"/>
            <a:r>
              <a:rPr sz="1050">
                <a:solidFill>
                  <a:srgbClr val="595959"/>
                </a:solidFill>
                <a:latin typeface="Noto Sans Medium"/>
              </a:rPr>
              <a:t>When to skip:</a:t>
            </a:r>
          </a:p>
          <a:p>
            <a:pPr algn="l">
              <a:spcBef>
                <a:spcPts val="300"/>
              </a:spcBef>
            </a:pPr>
            <a:r>
              <a:rPr sz="1050">
                <a:solidFill>
                  <a:srgbClr val="595959"/>
                </a:solidFill>
                <a:latin typeface="Noto Sans Medium"/>
              </a:rPr>
              <a:t>· One-off or low-volume pipelines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562D50054BE4089858ABA81ECFE52" ma:contentTypeVersion="12" ma:contentTypeDescription="Create a new document." ma:contentTypeScope="" ma:versionID="916f91e18bc73d2a72e51933fb9a2e2c">
  <xsd:schema xmlns:xsd="http://www.w3.org/2001/XMLSchema" xmlns:xs="http://www.w3.org/2001/XMLSchema" xmlns:p="http://schemas.microsoft.com/office/2006/metadata/properties" xmlns:ns2="b2539141-1d24-469a-8c72-ac806e3c9d09" xmlns:ns3="d094aa81-11af-402c-8a55-d570af07a0a0" targetNamespace="http://schemas.microsoft.com/office/2006/metadata/properties" ma:root="true" ma:fieldsID="4866675fb9fbe3cf38b39c7212216526" ns2:_="" ns3:_="">
    <xsd:import namespace="b2539141-1d24-469a-8c72-ac806e3c9d09"/>
    <xsd:import namespace="d094aa81-11af-402c-8a55-d570af07a0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539141-1d24-469a-8c72-ac806e3c9d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7f86abb-38d7-41bf-bac4-7745b1ce4b5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94aa81-11af-402c-8a55-d570af07a0a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32cf5fc-88d0-46ca-a8f5-356c383ddebb}" ma:internalName="TaxCatchAll" ma:showField="CatchAllData" ma:web="d094aa81-11af-402c-8a55-d570af07a0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2539141-1d24-469a-8c72-ac806e3c9d09">
      <Terms xmlns="http://schemas.microsoft.com/office/infopath/2007/PartnerControls"/>
    </lcf76f155ced4ddcb4097134ff3c332f>
    <TaxCatchAll xmlns="d094aa81-11af-402c-8a55-d570af07a0a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537B1EC-2915-4548-9611-DA464FD19D92}">
  <ds:schemaRefs>
    <ds:schemaRef ds:uri="b2539141-1d24-469a-8c72-ac806e3c9d09"/>
    <ds:schemaRef ds:uri="d094aa81-11af-402c-8a55-d570af07a0a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6005D75-E344-40F7-861B-A75819E1D6C9}">
  <ds:schemaRefs>
    <ds:schemaRef ds:uri="b2539141-1d24-469a-8c72-ac806e3c9d09"/>
    <ds:schemaRef ds:uri="d094aa81-11af-402c-8a55-d570af07a0a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43338CE-40C6-459D-AD80-4F511D9275F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17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Simple Light</vt:lpstr>
      <vt:lpstr>資料のタイトルが入ります。資料のタイトルが入ります。</vt:lpstr>
      <vt:lpstr>01 02 03 04 05</vt:lpstr>
      <vt:lpstr>セクションタイトル</vt:lpstr>
      <vt:lpstr>セクションタイトル</vt:lpstr>
      <vt:lpstr>セクションタイトル</vt:lpstr>
      <vt:lpstr>セクションタイトル</vt:lpstr>
      <vt:lpstr>セクションタイトル</vt:lpstr>
      <vt:lpstr>タイトルが入ります</vt:lpstr>
      <vt:lpstr>セクションタイトル</vt:lpstr>
      <vt:lpstr>セクションタイトル</vt:lpstr>
      <vt:lpstr>セクションタイトル</vt:lpstr>
      <vt:lpstr>セクションタイトル</vt:lpstr>
      <vt:lpstr>セクションタイトル</vt:lpstr>
      <vt:lpstr>セクションタイトル</vt:lpstr>
      <vt:lpstr>PowerPoint Presentation</vt:lpstr>
      <vt:lpstr>カラーパレット</vt:lpstr>
      <vt:lpstr>パーツ一覧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</cp:revision>
  <dcterms:modified xsi:type="dcterms:W3CDTF">2026-06-03T16:07:00Z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0x010100C2F562D50054BE4089858ABA81ECFE52</vt:lpwstr>
  </property>
  <property fmtid="{D5CDD505-2E9C-101B-9397-08002B2CF9AE}" pid="3" name="MediaServiceImageTags">
    <vt:lpwstr/>
  </property>
</Properties>
</file>